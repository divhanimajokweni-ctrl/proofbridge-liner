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Masters/slideMaster12.xml" ContentType="application/vnd.openxmlformats-officedocument.presentationml.slideMaster+xml"/>
  <Override PartName="/ppt/slideLayouts/slideMasters/theme/theme12.xml" ContentType="application/vnd.openxmlformats-officedocument.theme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Masters/slideMaster13.xml" ContentType="application/vnd.openxmlformats-officedocument.presentationml.slideMaster+xml"/>
  <Override PartName="/ppt/slideLayouts/slideMasters/theme/theme13.xml" ContentType="application/vnd.openxmlformats-officedocument.theme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Masters/slideMaster14.xml" ContentType="application/vnd.openxmlformats-officedocument.presentationml.slideMaster+xml"/>
  <Override PartName="/ppt/slideLayouts/slideMasters/theme/theme14.xml" ContentType="application/vnd.openxmlformats-officedocument.theme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Masters/slideMaster15.xml" ContentType="application/vnd.openxmlformats-officedocument.presentationml.slideMaster+xml"/>
  <Override PartName="/ppt/slideLayouts/slideMasters/theme/theme15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cb9b4bf87fd4c5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  <p:sldMasterId id="2147483649" r:id="Rfa8baa2f7df24135"/>
    <p:sldMasterId id="2147483650" r:id="R44bb76b617f84381"/>
    <p:sldMasterId id="2147483651" r:id="Rf4034de26ecb4171"/>
    <p:sldMasterId id="2147483652" r:id="R93a3b0fb9323467e"/>
  </p:sldMasterIdLst>
  <p:sldIdLst xmlns:p="http://schemas.openxmlformats.org/presentationml/2006/main">
    <p:sldId xmlns:r="http://schemas.openxmlformats.org/officeDocument/2006/relationships" id="256" r:id="rId2"/>
    <p:sldId id="257" r:id="r1"/>
    <p:sldId id="258" r:id="r2"/>
    <p:sldId id="259" r:id="r3"/>
    <p:sldId id="260" r:id="r4"/>
  </p:sldIdLst>
  <p:sldSz cx="9753600" cy="9753600" type="custom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Relationship Type="http://schemas.openxmlformats.org/officeDocument/2006/relationships/slide" Target="/ppt/slides/slide12.xml" Id="r1" /><Relationship Type="http://schemas.openxmlformats.org/officeDocument/2006/relationships/slideMaster" Target="/ppt/slideLayouts/slideMasters/slideMaster12.xml" Id="Rfa8baa2f7df24135" /><Relationship Type="http://schemas.openxmlformats.org/officeDocument/2006/relationships/slide" Target="/ppt/slides/slide13.xml" Id="r2" /><Relationship Type="http://schemas.openxmlformats.org/officeDocument/2006/relationships/slideMaster" Target="/ppt/slideLayouts/slideMasters/slideMaster13.xml" Id="R44bb76b617f84381" /><Relationship Type="http://schemas.openxmlformats.org/officeDocument/2006/relationships/slide" Target="/ppt/slides/slide14.xml" Id="r3" /><Relationship Type="http://schemas.openxmlformats.org/officeDocument/2006/relationships/slideMaster" Target="/ppt/slideLayouts/slideMasters/slideMaster14.xml" Id="Rf4034de26ecb4171" /><Relationship Type="http://schemas.openxmlformats.org/officeDocument/2006/relationships/slide" Target="/ppt/slides/slide15.xml" Id="r4" /><Relationship Type="http://schemas.openxmlformats.org/officeDocument/2006/relationships/slideMaster" Target="/ppt/slideLayouts/slideMasters/slideMaster15.xml" Id="R93a3b0fb9323467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e9d1d527859a4b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2.xml" Id="Ra6738f04bf4442b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3.xml" Id="Ra0a521b4fcda434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4.xml" Id="R2fcaffb785f4446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5.xml" Id="Rb3af576cbe7a47f9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cd4326503b474078" /><Relationship Type="http://schemas.openxmlformats.org/officeDocument/2006/relationships/slideLayout" Target="/ppt/slideLayouts/slideLayout1.xml" Id="rId1" /></Relationships>
</file>

<file path=ppt/slideLayouts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2.xml" Id="Ra2aa6a2f595c4240" /><Relationship Type="http://schemas.openxmlformats.org/officeDocument/2006/relationships/slideLayout" Target="/ppt/slideLayouts/slideLayout12.xml" Id="rId1" /></Relationships>
</file>

<file path=ppt/slideLayouts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3.xml" Id="R57063afc42d8446a" /><Relationship Type="http://schemas.openxmlformats.org/officeDocument/2006/relationships/slideLayout" Target="/ppt/slideLayouts/slideLayout13.xml" Id="rId1" /></Relationships>
</file>

<file path=ppt/slideLayouts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4.xml" Id="Rf0b5089f5ae546ca" /><Relationship Type="http://schemas.openxmlformats.org/officeDocument/2006/relationships/slideLayout" Target="/ppt/slideLayouts/slideLayout14.xml" Id="rId1" /></Relationships>
</file>

<file path=ppt/slideLayouts/slideMasters/_rels/slideMaster15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5.xml" Id="R98b038367c0046f0" /><Relationship Type="http://schemas.openxmlformats.org/officeDocument/2006/relationships/slideLayout" Target="/ppt/slideLayouts/slideLayout15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Id1"/>
  </p:sldLayoutIdLst>
  <p:txStyles>
    <p:titleStyle/>
    <p:bodyStyle/>
    <p:otherStyle/>
  </p:txStyles>
</p:sldMaster>
</file>

<file path=ppt/slideLayouts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Id1"/>
  </p:sldLayoutIdLst>
  <p:txStyles>
    <p:titleStyle/>
    <p:bodyStyle/>
    <p:otherStyle/>
  </p:txStyles>
</p:sldMaster>
</file>

<file path=ppt/slideLayouts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Id1"/>
  </p:sldLayoutIdLst>
  <p:txStyles>
    <p:titleStyle/>
    <p:bodyStyle/>
    <p:otherStyle/>
  </p:txStyles>
</p:sldMaster>
</file>

<file path=ppt/slideLayouts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Id1"/>
  </p:sldLayoutIdLst>
  <p:txStyles>
    <p:titleStyle/>
    <p:bodyStyle/>
    <p:otherStyle/>
  </p:txStyles>
</p:sldMaster>
</file>

<file path=ppt/slideLayouts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Layouts/slideMasters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Layouts/slideMasters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Layouts/slideMasters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Layouts/slideMasters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asset-b8e0d39a-c551-4251-b980-7037b65ef6c0" /><Relationship Type="http://schemas.openxmlformats.org/officeDocument/2006/relationships/slideLayout" Target="/ppt/slideLayouts/slideLayout1.xml" Id="Rbf427747381c42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.png" Id="asset-0558eeda-064b-4988-a779-f6ed4ef6d18c" /><Relationship Type="http://schemas.openxmlformats.org/officeDocument/2006/relationships/slideLayout" Target="/ppt/slideLayouts/slideLayout12.xml" Id="R1c3e7438318e4a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.png" Id="asset-ac326411-5b3b-4782-af1f-dd44f09120a6" /><Relationship Type="http://schemas.openxmlformats.org/officeDocument/2006/relationships/slideLayout" Target="/ppt/slideLayouts/slideLayout13.xml" Id="R67edeb303bf340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4.png" Id="asset-e7da9b89-3bf6-43fb-b3c8-88a0f97bbfd1" /><Relationship Type="http://schemas.openxmlformats.org/officeDocument/2006/relationships/slideLayout" Target="/ppt/slideLayouts/slideLayout14.xml" Id="R22a77ec27f5c4d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5.png" Id="asset-ea9d61c7-7e68-4984-8c1d-c8cf08cbb319" /><Relationship Type="http://schemas.openxmlformats.org/officeDocument/2006/relationships/slideLayout" Target="/ppt/slideLayouts/slideLayout15.xml" Id="R9789cf78116c46ed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dfae018-1d2c-4a20-82c1-000e8854ed60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b8e0d39a-c551-4251-b980-7037b65ef6c0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8af6378e-dc42-4f2d-bbf5-3fab2b767700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0558eeda-064b-4988-a779-f6ed4ef6d18c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596dd568-edf3-4be6-8dca-5fd3dae09dcb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ac326411-5b3b-4782-af1f-dd44f09120a6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d8d7a7d-a329-4ac7-af42-7413d187652f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e7da9b89-3bf6-43fb-b3c8-88a0f97bbfd1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4a9626a-2ffe-4b3a-b6ab-60e0872ac9c2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ea9d61c7-7e68-4984-8c1d-c8cf08cbb319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</p:spTree>
  </p:cSld>
</p:sld>
</file>